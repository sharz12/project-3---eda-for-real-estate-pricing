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5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Housing Data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Pricing Analysis &amp; Insights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Shahrukh Shaikh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2926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the optimal price of a house is complex due to multiple interrelated factors: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1645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&amp; accessibility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903720" y="16002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1645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 &amp; bedrooms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3154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3200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301752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0" y="3154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3200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4592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housing data to identify key factors affecting house prices using comprehensive Exploratory Data Analysis techniques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structure and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233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in pricing distribution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correlations between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and anomalies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insights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Overview</a:t>
            </a:r>
            <a:endParaRPr lang="en-US" sz="4000" u="sng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dataset using Pandas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011680"/>
            <a:ext cx="182880" cy="1828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146304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8892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Inspection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structure &amp; quality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182880" cy="1828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46304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011680"/>
            <a:ext cx="182880" cy="1828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46304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2423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variable distributions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4360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relationships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3520440"/>
            <a:ext cx="182880" cy="1828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2651760" y="297180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78892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27889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788920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Study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788920" y="3931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520440"/>
            <a:ext cx="182880" cy="1828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297180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983480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83480" y="3931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anomalies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3520440"/>
            <a:ext cx="182880" cy="18288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45" name="Shape 43"/>
          <p:cNvSpPr/>
          <p:nvPr/>
        </p:nvSpPr>
        <p:spPr>
          <a:xfrm>
            <a:off x="7040880" y="2971800"/>
            <a:ext cx="201168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7804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178040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Recommendations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78040" y="3931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extraction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Overview &amp; Quality Check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1,460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463040"/>
            <a:ext cx="2011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246888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2011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463040"/>
            <a:ext cx="201168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SalePrice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23760" y="246888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Actions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missing data identified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03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023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Validation: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correctly typed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343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Assessment: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preserved for analysis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Distribution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shows right-skewed pattern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houses in mid-price range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high-priced luxury properties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lower than mean due to skew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 $35K - $755K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41148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+ KDE Curve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2103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📊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75488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houses: </a:t>
            </a: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$130K - $215K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indicates presence of luxury segment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Living Area Distribution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Pattern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homes between 1,000 - 2,000 sq 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Segments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segmentation visible across size ranges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living area: ~1,500 sq 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Variety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480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334 - 5,642 square feet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Implications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37760" y="21945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construction in 1,200-1,800 sq ft range for maximum market appeal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justified for homes above 2,500 sq ft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homes (&lt; 1,000 sq ft) represent niche market opportunity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vs Living Area Relationship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0175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Positive Correlation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living area increases, sale price generally increases proportionally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</a:t>
            </a: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exceptions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Predictability: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📈</a:t>
            </a:r>
            <a:endParaRPr lang="en-US" sz="70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= one 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houses → Higher value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of Bedrooms on Sale Price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BR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homes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BR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BR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3337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0896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homes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41148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69080"/>
            <a:ext cx="73152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 BR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0896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segment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463040"/>
            <a:ext cx="384048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0" y="21945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between bedrooms and price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3-bedroom homes dominate the market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increases with bedroom count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5+ bedroom properties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increases in higher segments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Most Correlated with Sale Price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965960"/>
            <a:ext cx="2528316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820156" y="1920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materials &amp; finish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Area (GrLivArea)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487168"/>
            <a:ext cx="2272284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564124" y="2441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441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ground living space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626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 Cars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3008376"/>
            <a:ext cx="2048256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0096" y="29626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9626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garage in car capacity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83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 Area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3529584"/>
            <a:ext cx="1984248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276088" y="348386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4838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footage of garage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005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Basement SF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4050792"/>
            <a:ext cx="1952244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244084" y="40050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0050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basement square footage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Overall Quality and Living Area are the strongest predictors of house price, together explaining over 70% of price variation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Detection: Sale Price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$163,000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Range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$129K - $214K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 of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Outlier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$755,000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1463040"/>
            <a:ext cx="384048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Outliers Represent?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21945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&amp; premium properties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architectural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location advantages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quality materials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errors - legitimate high-value homes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389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Retained in analysis for market segment insights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Detection: Living Area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Range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800 - 2,200 sq 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Homes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2,200 - 3,500 sq 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 sq 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5,642 sq 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977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554480"/>
            <a:ext cx="384048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Insights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22860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large houses exist in dataset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represent estate-style properties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outliers correlate with price outliers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for luxury market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identify premium segment characteristics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206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Matters Most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 shows strongest correlation (0.71) with sale price. Each additional square foot significantly impacts 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4206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46304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235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Drives Premium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 has highest correlation (0.79). High-quality construction justifies premium pricing.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4206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2788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is Better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 positively correlates with price. Modern homes command higher market values.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651760"/>
            <a:ext cx="4206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265176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064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35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80760" y="2788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Impact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2064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plays crucial role in pricing. Prime locations show 30-50% price premiums.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4206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84048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30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600200" y="39776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Segment Exists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outliers represent luxury market. These properties deserve specialized marketing.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840480"/>
            <a:ext cx="42062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0" y="384048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5120640" y="39776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6235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080760" y="39776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Segmentation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12064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price tiers: starter (&lt;$150K), mid ($150-250K), premium ($250K+).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Recommendations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2062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high-quality construction materials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1,500-2,000 sq ft for mass market appeal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modern design and finishes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42062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46304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living area and quality as primary pricing factors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location-based premium adjustments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pricing tiers clearly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2062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5468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Focus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square footage in all listings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quality ratings prominently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separate campaigns for luxury segment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154680"/>
            <a:ext cx="420624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3154680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37033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premium neighborhoods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Renovate to improve quality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living area where feasible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Data-Driven Market Insights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Impact on Price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correlation factor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56032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Size-Price Correlation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 influence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56032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for Luxury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vs median price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Segmentation 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137160" cy="73152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Homes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- $150K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bedrooms, 800-1,200 sq ft, basic amenities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554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buyers, young families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13716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423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- $250K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bedrooms, 1,200-2,000 sq ft, standard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families, upgrade buyers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00400"/>
            <a:ext cx="13716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291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- $400K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bedrooms, 2,000-3,000 sq ft, quality finishes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professionals, investors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69080"/>
            <a:ext cx="137160" cy="73152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4160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$400K+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66160" y="4160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bedrooms, 3,000+ sq ft, premium everything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4160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net-worth individuals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data collection systems • Train teams on analytics tools • Set up automated reporting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2560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quality-based pricing model • Adjust pricing tiers by segment • Monitor market 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Alignment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marketing materials • Launch segment-specific campaigns • Track conversion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88720" y="4251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572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1480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monitoring • Refine pricing models • Expand to new markets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size are the primary drivers of house prices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segmentation enables targeted strategies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outperform traditional methods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analysis essential for market adaptation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38404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these insights to make informed real estate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Shahrukh Shaikh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1126</Words>
  <Application>Microsoft Office PowerPoint</Application>
  <PresentationFormat>On-screen Show (16:9)</PresentationFormat>
  <Paragraphs>324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Data EDA - Real Estate Pricing Analysis</dc:title>
  <dc:subject>PptxGenJS Presentation</dc:subject>
  <dc:creator>Shahrukh Shaikh</dc:creator>
  <cp:lastModifiedBy>Shahrukh Shaikh</cp:lastModifiedBy>
  <cp:revision>2</cp:revision>
  <dcterms:created xsi:type="dcterms:W3CDTF">2026-01-30T15:20:38Z</dcterms:created>
  <dcterms:modified xsi:type="dcterms:W3CDTF">2026-01-30T15:32:26Z</dcterms:modified>
</cp:coreProperties>
</file>